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2" r:id="rId7"/>
    <p:sldId id="265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Thanh Tiến" userId="9b39352b4acef877" providerId="LiveId" clId="{C88FCDA3-D261-4E17-9CBF-8C415DA01975}"/>
    <pc:docChg chg="custSel addSld modSld sldOrd">
      <pc:chgData name="Nguyễn Thanh Tiến" userId="9b39352b4acef877" providerId="LiveId" clId="{C88FCDA3-D261-4E17-9CBF-8C415DA01975}" dt="2026-05-11T01:27:16.359" v="503" actId="20577"/>
      <pc:docMkLst>
        <pc:docMk/>
      </pc:docMkLst>
      <pc:sldChg chg="modSp mod">
        <pc:chgData name="Nguyễn Thanh Tiến" userId="9b39352b4acef877" providerId="LiveId" clId="{C88FCDA3-D261-4E17-9CBF-8C415DA01975}" dt="2026-05-11T01:27:16.359" v="503" actId="20577"/>
        <pc:sldMkLst>
          <pc:docMk/>
          <pc:sldMk cId="330596827" sldId="256"/>
        </pc:sldMkLst>
        <pc:spChg chg="mod">
          <ac:chgData name="Nguyễn Thanh Tiến" userId="9b39352b4acef877" providerId="LiveId" clId="{C88FCDA3-D261-4E17-9CBF-8C415DA01975}" dt="2026-05-11T01:27:16.359" v="503" actId="20577"/>
          <ac:spMkLst>
            <pc:docMk/>
            <pc:sldMk cId="330596827" sldId="256"/>
            <ac:spMk id="3" creationId="{ABF5D7FF-A359-0893-BEB5-A22265ABF355}"/>
          </ac:spMkLst>
        </pc:spChg>
        <pc:spChg chg="mod">
          <ac:chgData name="Nguyễn Thanh Tiến" userId="9b39352b4acef877" providerId="LiveId" clId="{C88FCDA3-D261-4E17-9CBF-8C415DA01975}" dt="2026-05-11T01:27:08.954" v="494" actId="207"/>
          <ac:spMkLst>
            <pc:docMk/>
            <pc:sldMk cId="330596827" sldId="256"/>
            <ac:spMk id="8" creationId="{B1382305-9971-4455-7E54-9B3883EE9895}"/>
          </ac:spMkLst>
        </pc:spChg>
      </pc:sldChg>
      <pc:sldChg chg="modSp mod">
        <pc:chgData name="Nguyễn Thanh Tiến" userId="9b39352b4acef877" providerId="LiveId" clId="{C88FCDA3-D261-4E17-9CBF-8C415DA01975}" dt="2026-05-11T01:24:39.144" v="137" actId="20577"/>
        <pc:sldMkLst>
          <pc:docMk/>
          <pc:sldMk cId="307293117" sldId="259"/>
        </pc:sldMkLst>
        <pc:spChg chg="mod">
          <ac:chgData name="Nguyễn Thanh Tiến" userId="9b39352b4acef877" providerId="LiveId" clId="{C88FCDA3-D261-4E17-9CBF-8C415DA01975}" dt="2026-05-11T01:24:39.144" v="137" actId="20577"/>
          <ac:spMkLst>
            <pc:docMk/>
            <pc:sldMk cId="307293117" sldId="259"/>
            <ac:spMk id="2" creationId="{E5254620-9C49-4389-030A-6027F36DDF58}"/>
          </ac:spMkLst>
        </pc:spChg>
      </pc:sldChg>
      <pc:sldChg chg="modSp add mod ord">
        <pc:chgData name="Nguyễn Thanh Tiến" userId="9b39352b4acef877" providerId="LiveId" clId="{C88FCDA3-D261-4E17-9CBF-8C415DA01975}" dt="2026-05-11T01:23:55.342" v="37"/>
        <pc:sldMkLst>
          <pc:docMk/>
          <pc:sldMk cId="4179441980" sldId="262"/>
        </pc:sldMkLst>
        <pc:spChg chg="mod">
          <ac:chgData name="Nguyễn Thanh Tiến" userId="9b39352b4acef877" providerId="LiveId" clId="{C88FCDA3-D261-4E17-9CBF-8C415DA01975}" dt="2026-05-11T01:23:47.121" v="35" actId="20577"/>
          <ac:spMkLst>
            <pc:docMk/>
            <pc:sldMk cId="4179441980" sldId="262"/>
            <ac:spMk id="3" creationId="{D85F7BBC-51B9-55C8-5F14-F7538F7EC74C}"/>
          </ac:spMkLst>
        </pc:spChg>
      </pc:sldChg>
      <pc:sldChg chg="modSp add mod">
        <pc:chgData name="Nguyễn Thanh Tiến" userId="9b39352b4acef877" providerId="LiveId" clId="{C88FCDA3-D261-4E17-9CBF-8C415DA01975}" dt="2026-05-11T01:25:28.903" v="284" actId="20577"/>
        <pc:sldMkLst>
          <pc:docMk/>
          <pc:sldMk cId="1185126576" sldId="263"/>
        </pc:sldMkLst>
        <pc:spChg chg="mod">
          <ac:chgData name="Nguyễn Thanh Tiến" userId="9b39352b4acef877" providerId="LiveId" clId="{C88FCDA3-D261-4E17-9CBF-8C415DA01975}" dt="2026-05-11T01:25:02.305" v="164" actId="20577"/>
          <ac:spMkLst>
            <pc:docMk/>
            <pc:sldMk cId="1185126576" sldId="263"/>
            <ac:spMk id="2" creationId="{A83E1CFA-F627-0BBD-F732-9559BA675FF5}"/>
          </ac:spMkLst>
        </pc:spChg>
        <pc:spChg chg="mod">
          <ac:chgData name="Nguyễn Thanh Tiến" userId="9b39352b4acef877" providerId="LiveId" clId="{C88FCDA3-D261-4E17-9CBF-8C415DA01975}" dt="2026-05-11T01:25:28.903" v="284" actId="20577"/>
          <ac:spMkLst>
            <pc:docMk/>
            <pc:sldMk cId="1185126576" sldId="263"/>
            <ac:spMk id="3" creationId="{22B18750-F12D-7E98-56A4-D6630649A3D8}"/>
          </ac:spMkLst>
        </pc:spChg>
      </pc:sldChg>
      <pc:sldChg chg="modSp add mod">
        <pc:chgData name="Nguyễn Thanh Tiến" userId="9b39352b4acef877" providerId="LiveId" clId="{C88FCDA3-D261-4E17-9CBF-8C415DA01975}" dt="2026-05-11T01:26:28.423" v="452" actId="20577"/>
        <pc:sldMkLst>
          <pc:docMk/>
          <pc:sldMk cId="1713139611" sldId="264"/>
        </pc:sldMkLst>
        <pc:spChg chg="mod">
          <ac:chgData name="Nguyễn Thanh Tiến" userId="9b39352b4acef877" providerId="LiveId" clId="{C88FCDA3-D261-4E17-9CBF-8C415DA01975}" dt="2026-05-11T01:25:51.665" v="340" actId="20577"/>
          <ac:spMkLst>
            <pc:docMk/>
            <pc:sldMk cId="1713139611" sldId="264"/>
            <ac:spMk id="2" creationId="{15D8BF17-FF2D-A657-FB99-CA863403EDCD}"/>
          </ac:spMkLst>
        </pc:spChg>
        <pc:spChg chg="mod">
          <ac:chgData name="Nguyễn Thanh Tiến" userId="9b39352b4acef877" providerId="LiveId" clId="{C88FCDA3-D261-4E17-9CBF-8C415DA01975}" dt="2026-05-11T01:26:28.423" v="452" actId="20577"/>
          <ac:spMkLst>
            <pc:docMk/>
            <pc:sldMk cId="1713139611" sldId="264"/>
            <ac:spMk id="3" creationId="{93FF4833-9322-6CBE-0356-1E372518532C}"/>
          </ac:spMkLst>
        </pc:spChg>
      </pc:sldChg>
      <pc:sldChg chg="modSp add mod">
        <pc:chgData name="Nguyễn Thanh Tiến" userId="9b39352b4acef877" providerId="LiveId" clId="{C88FCDA3-D261-4E17-9CBF-8C415DA01975}" dt="2026-05-11T01:26:44.008" v="489" actId="20577"/>
        <pc:sldMkLst>
          <pc:docMk/>
          <pc:sldMk cId="987218167" sldId="265"/>
        </pc:sldMkLst>
        <pc:spChg chg="mod">
          <ac:chgData name="Nguyễn Thanh Tiến" userId="9b39352b4acef877" providerId="LiveId" clId="{C88FCDA3-D261-4E17-9CBF-8C415DA01975}" dt="2026-05-11T01:26:44.008" v="489" actId="20577"/>
          <ac:spMkLst>
            <pc:docMk/>
            <pc:sldMk cId="987218167" sldId="265"/>
            <ac:spMk id="3" creationId="{9324A11E-EA7A-EAE6-7587-E634D357C1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E9A1-E911-22DC-EFB8-CD7EF2DA7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49138-E57A-79DC-FE23-2EF68FEBF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9AD7A-8488-3AEF-4DC3-F52F54D4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A454E-8F73-64DE-429C-D35567A0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1B2F6-2B5B-6B07-4CCF-BD9B3597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42FA-5395-87AD-485A-6567BFE0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9758-DC3A-A569-FB55-D970F7F1A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B824-7E6D-3896-872D-810B2EE3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F7E21-F496-9D96-4E70-781574BF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16C28-5050-8609-6A34-799A2AFC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1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8F36-D55F-4960-4009-35D79ABC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8A9A6-ACC7-13C3-EFF8-30A048C97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B548A-301C-5037-BAA6-5617EAC3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746F1-2EA2-965B-6FD5-739445EE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77E85-2F9A-D9CE-5D27-21EE86BD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9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50C-01F2-7BAB-58D1-807F78DC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3248-FC9C-853B-3A55-236037DFB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8CB6B-8643-4628-641E-E8EB88625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CD1D5-C086-A59E-C920-88C291B4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6045D-AD64-4C61-6EB7-53AFB58B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9A3B6-9965-8FBB-FCD9-98CE58CB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1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F5C9-2E76-553C-89DA-BCD1C21C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0D5FC-9B4C-93B5-0904-9BF32D0A2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B31A3-8E7B-C57B-2381-1A3BBD07D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F55159-F57F-206B-0E78-527FDB9CF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06FE6-2B39-F34C-CF91-77E6A63F5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4C75E-1C6C-1897-9356-D6C1FCFA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0D434-49E0-8538-7FCD-0B3F3D74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6960C-CDF0-915D-5194-7EC5D95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94A8-B67C-4B94-7F67-909AB542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8019E-8781-4B84-4B0B-D373DFEB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1701-29E9-7F9B-0CF2-4916F451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7A86-A6D6-0C28-F186-20286B8B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2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39491-F6E0-EE5C-43DA-82F1ADC9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84EA4-5478-AB85-3B5C-1BB4849E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FFEB7-746C-7D66-39F3-81D5F865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6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10B1-7901-C2EB-F4AD-694F85C0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1565-AC5E-5D82-D85C-A91B7226D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9C6CB-7CE6-0E1A-6F50-8216AFF7A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ED5A9-8707-00A6-064D-2E1E07DD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B24FF-0318-44E4-7BC7-E48EF328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AC642-C1A8-8C90-786D-DE4AFA16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9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A026-B848-96F9-58DC-FB70295C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735365-9F1B-BE31-0D86-21D2DC9F7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5193E-E5CA-C3E1-44C5-767F29718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02877-C670-18BC-E20A-F1E4F841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8FFD0-AA34-0D39-572B-B02D4CA7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F45D4-1C46-0C52-A7B2-95E1DFD9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3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314D-23D6-6DCC-0C07-CAE964CA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01A3A-8B55-8FC7-3DED-32A6BF498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9F064-ECF7-F3E0-5058-52212646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FD924-4059-93FB-C197-51252DA3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39A0-407F-86EA-2D2B-18F021D1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9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EF103-B1F7-B177-0D32-32A349242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12A8-7086-8942-3716-8C6A89B22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90E29-A373-4E77-B707-49CF8BAB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AF935-9A31-9866-F02A-36E7C470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FD63-0836-1EB7-0B11-12B61DE1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7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B61D1-67E3-CB10-3E73-84FAEFD8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A1D1B-ED14-5CE8-1AD1-885268C6C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4E382-2EB2-C0CD-8018-6CCB00B9A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CBA41-7EC8-4D4C-AAA9-60DBA52ABD5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B2259-67CE-CBA4-114A-8E9DC9E44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B013-A83A-42C3-542B-281A9D5CC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B77D1-6171-47F6-8A06-08805BF2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6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ABA8-1139-8E52-4265-2047C4C15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094" y="98546"/>
            <a:ext cx="11613502" cy="88837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HÙNG VƯƠNG TP.HCM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KỸ THUẬT CÔNG NGHỆ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5D7FF-A359-0893-BEB5-A22265ABF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983" y="465950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Nguyễn Thanh Tiến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E5EACEBC-A084-CAFF-98AF-A0983EA28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132" y="103139"/>
            <a:ext cx="1802558" cy="996725"/>
          </a:xfrm>
          <a:prstGeom prst="rect">
            <a:avLst/>
          </a:prstGeom>
        </p:spPr>
      </p:pic>
      <p:pic>
        <p:nvPicPr>
          <p:cNvPr id="7" name="Picture 6" descr="A red and blue logo&#10;&#10;AI-generated content may be incorrect.">
            <a:extLst>
              <a:ext uri="{FF2B5EF4-FFF2-40B4-BE49-F238E27FC236}">
                <a16:creationId xmlns:a16="http://schemas.microsoft.com/office/drawing/2014/main" id="{F26DAF95-B4E2-DC21-B3AE-7F2F6026D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10" y="-277454"/>
            <a:ext cx="3347002" cy="17579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1382305-9971-4455-7E54-9B3883EE9895}"/>
              </a:ext>
            </a:extLst>
          </p:cNvPr>
          <p:cNvSpPr txBox="1">
            <a:spLocks/>
          </p:cNvSpPr>
          <p:nvPr/>
        </p:nvSpPr>
        <p:spPr>
          <a:xfrm>
            <a:off x="1" y="1362916"/>
            <a:ext cx="12226212" cy="333038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TỐT NGHIỆP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ĐỀ TÀI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9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2131-670C-EA2F-FC38-CD438469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GIỚI THIỆU ĐỀ TÀI – LÝ DO CHỌN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E527-712E-5DC6-1ACB-9C64A9D2C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10 </a:t>
            </a:r>
            <a:r>
              <a:rPr lang="en-US" dirty="0" err="1"/>
              <a:t>dòng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82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2DD0-0276-CA20-2A7D-0EA16FA2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3FE2-4B76-8905-64CB-14524C59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Nói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,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2 slide </a:t>
            </a:r>
            <a:r>
              <a:rPr lang="en-US" dirty="0" err="1"/>
              <a:t>mỗi</a:t>
            </a:r>
            <a:r>
              <a:rPr lang="en-US" dirty="0"/>
              <a:t> slide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10 </a:t>
            </a:r>
            <a:r>
              <a:rPr lang="en-US" dirty="0" err="1"/>
              <a:t>dòng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177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2461-6EDA-6CC0-1E63-CBB81DAF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1CFA-F627-0BBD-F732-9559BA67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18750-F12D-7E98-56A4-D6630649A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2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EFE7-6036-0FC3-35C0-01168674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BF17-FF2D-A657-FB99-CA863403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ỨNG DỤNG AI TRONG ĐỒ 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4833-9322-6CBE-0356-1E372518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Trình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AI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3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6E4D-9A05-0A17-D292-5948F8D9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A60E-146C-1597-5779-D8D21C71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ĐẠT ĐƯỢC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F7BBC-51B9-55C8-5F14-F7538F7EC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4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CD74-5B19-BA08-01DA-A5B797D1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7ADB-4676-1ED4-2F26-FEA1AED5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ĐẠT ĐƯỢC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A11E-EA7A-EAE6-7587-E634D357C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1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4620-9C49-4389-030A-6027F36D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SẢN PHẨM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DF5B6-392F-2162-329F-E73315470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Xin </a:t>
            </a:r>
            <a:r>
              <a:rPr lang="en-US" dirty="0" err="1"/>
              <a:t>mời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cô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demo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10C2-89BB-C485-6A58-07BAED2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LUẬN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AA64-778B-013E-867E-36F38EBE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10 </a:t>
            </a:r>
            <a:r>
              <a:rPr lang="en-US" dirty="0" err="1"/>
              <a:t>dòng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6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34F9-04EF-AFAE-6F9E-4EA5A8E5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CẢM 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8690-F07E-E292-9A26-F1C4091EB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TRÂN TRỌNG CẢM ƠN QUÝ THẦY CÔ ĐÃ CHÚ Ý THEO DÕI!</a:t>
            </a:r>
          </a:p>
        </p:txBody>
      </p:sp>
    </p:spTree>
    <p:extLst>
      <p:ext uri="{BB962C8B-B14F-4D97-AF65-F5344CB8AC3E}">
        <p14:creationId xmlns:p14="http://schemas.microsoft.com/office/powerpoint/2010/main" val="140716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178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TRƯỜNG ĐẠI HỌC HÙNG VƯƠNG TP.HCM KHOA KỸ THUẬT CÔNG NGHỆ</vt:lpstr>
      <vt:lpstr>GIỚI THIỆU ĐỀ TÀI – LÝ DO CHỌN ĐỀ TÀI</vt:lpstr>
      <vt:lpstr>PHÂN TÍCH ĐỀ TÀI</vt:lpstr>
      <vt:lpstr>PHÂN TÍCH HỆ THỐNG</vt:lpstr>
      <vt:lpstr>ỨNG DỤNG AI TRONG ĐỒ ÁN</vt:lpstr>
      <vt:lpstr>KẾT QUẢ ĐẠT ĐƯỢC</vt:lpstr>
      <vt:lpstr>KẾT QUẢ ĐẠT ĐƯỢC</vt:lpstr>
      <vt:lpstr>DEMO SẢN PHẨM</vt:lpstr>
      <vt:lpstr>KẾT LUẬN</vt:lpstr>
      <vt:lpstr>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Thanh Tiến</dc:creator>
  <cp:lastModifiedBy>Nguyễn Thanh Tiến</cp:lastModifiedBy>
  <cp:revision>1</cp:revision>
  <dcterms:created xsi:type="dcterms:W3CDTF">2025-07-13T12:13:21Z</dcterms:created>
  <dcterms:modified xsi:type="dcterms:W3CDTF">2026-05-11T01:27:18Z</dcterms:modified>
</cp:coreProperties>
</file>